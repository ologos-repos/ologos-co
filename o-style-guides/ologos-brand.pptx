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201168"/>
            <a:ext cx="128016" cy="128016"/>
          </a:xfrm>
          <a:prstGeom prst="ellipse">
            <a:avLst/>
          </a:prstGeom>
          <a:solidFill>
            <a:srgbClr val="E8387A">
              <a:alpha val="65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2336" y="201168"/>
            <a:ext cx="128016" cy="128016"/>
          </a:xfrm>
          <a:prstGeom prst="ellipse">
            <a:avLst/>
          </a:prstGeom>
          <a:solidFill>
            <a:srgbClr val="F06B35">
              <a:alpha val="65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6072" y="201168"/>
            <a:ext cx="128016" cy="128016"/>
          </a:xfrm>
          <a:prstGeom prst="ellipse">
            <a:avLst/>
          </a:prstGeom>
          <a:solidFill>
            <a:srgbClr val="7B4FD6">
              <a:alpha val="65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57400" y="1353312"/>
            <a:ext cx="2834640" cy="2834640"/>
          </a:xfrm>
          <a:prstGeom prst="ellipse">
            <a:avLst/>
          </a:prstGeom>
          <a:solidFill>
            <a:srgbClr val="E8387A">
              <a:alpha val="55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87236" y="2340864"/>
            <a:ext cx="2834640" cy="2834640"/>
          </a:xfrm>
          <a:prstGeom prst="ellipse">
            <a:avLst/>
          </a:prstGeom>
          <a:solidFill>
            <a:srgbClr val="F06B35">
              <a:alpha val="55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27563" y="2340864"/>
            <a:ext cx="2834640" cy="2834640"/>
          </a:xfrm>
          <a:prstGeom prst="ellipse">
            <a:avLst/>
          </a:prstGeom>
          <a:solidFill>
            <a:srgbClr val="7B4FD6">
              <a:alpha val="55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91839" y="3246120"/>
            <a:ext cx="365760" cy="365760"/>
          </a:xfrm>
          <a:prstGeom prst="ellipse">
            <a:avLst/>
          </a:prstGeom>
          <a:solidFill>
            <a:srgbClr val="80FFE8">
              <a:alpha val="80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92424" y="3346704"/>
            <a:ext cx="164592" cy="164592"/>
          </a:xfrm>
          <a:prstGeom prst="ellipse">
            <a:avLst/>
          </a:prstGeom>
          <a:solidFill>
            <a:srgbClr val="F0EEF8">
              <a:alpha val="100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F0EEF8"/>
                </a:solidFill>
              </a:rPr>
              <a:t>OLOGOS CORP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80360"/>
            <a:ext cx="4937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 i="0">
                <a:solidFill>
                  <a:srgbClr val="80FFE8"/>
                </a:solidFill>
              </a:rPr>
              <a:t>Brand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45643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A6880"/>
                </a:solidFill>
              </a:rPr>
              <a:t>Truth · Connection ·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977639"/>
            <a:ext cx="4572000" cy="22860"/>
          </a:xfrm>
          <a:prstGeom prst="rect">
            <a:avLst/>
          </a:prstGeom>
          <a:solidFill>
            <a:srgbClr val="7B4FD6">
              <a:alpha val="75000"/>
            </a:srgbClr>
          </a:solidFill>
          <a:ln>
            <a:solidFill>
              <a:srgbClr val="7B4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A6880"/>
                </a:solidFill>
              </a:rPr>
              <a:t>Ologos Corp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201168"/>
            <a:ext cx="128016" cy="128016"/>
          </a:xfrm>
          <a:prstGeom prst="ellipse">
            <a:avLst/>
          </a:prstGeom>
          <a:solidFill>
            <a:srgbClr val="E8387A">
              <a:alpha val="65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2336" y="201168"/>
            <a:ext cx="128016" cy="128016"/>
          </a:xfrm>
          <a:prstGeom prst="ellipse">
            <a:avLst/>
          </a:prstGeom>
          <a:solidFill>
            <a:srgbClr val="F06B35">
              <a:alpha val="65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6072" y="201168"/>
            <a:ext cx="128016" cy="128016"/>
          </a:xfrm>
          <a:prstGeom prst="ellipse">
            <a:avLst/>
          </a:prstGeom>
          <a:solidFill>
            <a:srgbClr val="7B4FD6">
              <a:alpha val="65000"/>
            </a:srgbClr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F0EEF8"/>
                </a:solidFill>
              </a:rPr>
              <a:t>BRAND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274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80FFE8"/>
                </a:solidFill>
              </a:rPr>
              <a:t>Colors  ·  Typography  ·  Usage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11274552" cy="22860"/>
          </a:xfrm>
          <a:prstGeom prst="rect">
            <a:avLst/>
          </a:prstGeom>
          <a:solidFill>
            <a:srgbClr val="7B4FD6">
              <a:alpha val="65000"/>
            </a:srgbClr>
          </a:solidFill>
          <a:ln>
            <a:solidFill>
              <a:srgbClr val="7B4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12745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80FFE8"/>
                </a:solidFill>
              </a:rPr>
              <a:t>COLOR PALETTE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46404" y="1609344"/>
            <a:ext cx="1353312" cy="868680"/>
          </a:xfrm>
          <a:prstGeom prst="rect">
            <a:avLst/>
          </a:prstGeom>
          <a:solidFill>
            <a:srgbClr val="0D0820"/>
          </a:solidFill>
          <a:ln>
            <a:solidFill>
              <a:srgbClr val="0D0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" y="2505456"/>
            <a:ext cx="1353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0EEF8"/>
                </a:solidFill>
              </a:rPr>
              <a:t>Deep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" y="2697480"/>
            <a:ext cx="1353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A6880"/>
                </a:solidFill>
              </a:rPr>
              <a:t>#0D0820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6876" y="1609344"/>
            <a:ext cx="1353312" cy="868680"/>
          </a:xfrm>
          <a:prstGeom prst="rect">
            <a:avLst/>
          </a:prstGeom>
          <a:solidFill>
            <a:srgbClr val="E8387A"/>
          </a:solidFill>
          <a:ln>
            <a:solidFill>
              <a:srgbClr val="E83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6876" y="2505456"/>
            <a:ext cx="1353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0EEF8"/>
                </a:solidFill>
              </a:rPr>
              <a:t>Hot Pink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6876" y="2697480"/>
            <a:ext cx="1353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A6880"/>
                </a:solidFill>
              </a:rPr>
              <a:t>#E8387A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7348" y="1609344"/>
            <a:ext cx="1353312" cy="868680"/>
          </a:xfrm>
          <a:prstGeom prst="rect">
            <a:avLst/>
          </a:prstGeom>
          <a:solidFill>
            <a:srgbClr val="F06B35"/>
          </a:solidFill>
          <a:ln>
            <a:solidFill>
              <a:srgbClr val="F0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7348" y="2505456"/>
            <a:ext cx="1353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0EEF8"/>
                </a:solidFill>
              </a:rPr>
              <a:t>Coral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7348" y="2697480"/>
            <a:ext cx="1353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A6880"/>
                </a:solidFill>
              </a:rPr>
              <a:t>#F06B35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7820" y="1609344"/>
            <a:ext cx="1353312" cy="868680"/>
          </a:xfrm>
          <a:prstGeom prst="rect">
            <a:avLst/>
          </a:prstGeom>
          <a:solidFill>
            <a:srgbClr val="7B4FD6"/>
          </a:solidFill>
          <a:ln>
            <a:solidFill>
              <a:srgbClr val="7B4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7820" y="2505456"/>
            <a:ext cx="1353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0EEF8"/>
                </a:solidFill>
              </a:rPr>
              <a:t>Violet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2697480"/>
            <a:ext cx="1353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A6880"/>
                </a:solidFill>
              </a:rPr>
              <a:t>#7B4FD6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8292" y="1609344"/>
            <a:ext cx="1353312" cy="868680"/>
          </a:xfrm>
          <a:prstGeom prst="rect">
            <a:avLst/>
          </a:prstGeom>
          <a:solidFill>
            <a:srgbClr val="80FFE8"/>
          </a:solidFill>
          <a:ln>
            <a:solidFill>
              <a:srgbClr val="80F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8292" y="2505456"/>
            <a:ext cx="1353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0EEF8"/>
                </a:solidFill>
              </a:rPr>
              <a:t>Cyan Glow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8292" y="2697480"/>
            <a:ext cx="1353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A6880"/>
                </a:solidFill>
              </a:rPr>
              <a:t>#80FFE8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98763" y="1609344"/>
            <a:ext cx="1353312" cy="868680"/>
          </a:xfrm>
          <a:prstGeom prst="rect">
            <a:avLst/>
          </a:prstGeom>
          <a:solidFill>
            <a:srgbClr val="F0EEF8"/>
          </a:solidFill>
          <a:ln>
            <a:solidFill>
              <a:srgbClr val="F0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8763" y="2505456"/>
            <a:ext cx="1353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0EEF8"/>
                </a:solidFill>
              </a:rPr>
              <a:t>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8763" y="2697480"/>
            <a:ext cx="1353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A6880"/>
                </a:solidFill>
              </a:rPr>
              <a:t>#F0EEF8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89236" y="1609344"/>
            <a:ext cx="1353312" cy="868680"/>
          </a:xfrm>
          <a:prstGeom prst="rect">
            <a:avLst/>
          </a:prstGeom>
          <a:solidFill>
            <a:srgbClr val="6A6880"/>
          </a:solidFill>
          <a:ln>
            <a:solidFill>
              <a:srgbClr val="6A6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9236" y="2505456"/>
            <a:ext cx="13533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0EEF8"/>
                </a:solidFill>
              </a:rPr>
              <a:t>Mid Gray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9236" y="2697480"/>
            <a:ext cx="13533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6A6880"/>
                </a:solidFill>
              </a:rPr>
              <a:t>#6A6880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71800"/>
            <a:ext cx="11274552" cy="18288"/>
          </a:xfrm>
          <a:prstGeom prst="rect">
            <a:avLst/>
          </a:prstGeom>
          <a:solidFill>
            <a:srgbClr val="6A6880">
              <a:alpha val="35000"/>
            </a:srgbClr>
          </a:solidFill>
          <a:ln>
            <a:solidFill>
              <a:srgbClr val="6A6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12724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0FFE8"/>
                </a:solidFill>
              </a:rPr>
              <a:t>TYPOGRAPHY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438144"/>
            <a:ext cx="5669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 i="0">
                <a:solidFill>
                  <a:srgbClr val="F0EEF8"/>
                </a:solidFill>
              </a:rPr>
              <a:t>Heading — Inter Bold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059936"/>
            <a:ext cx="5669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0EEF8"/>
                </a:solidFill>
              </a:rPr>
              <a:t>Body — Inter Regular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80560"/>
            <a:ext cx="5669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80FFE8"/>
                </a:solidFill>
              </a:rPr>
              <a:t>Code — JetBrains Mono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127248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0FFE8"/>
                </a:solidFill>
              </a:rPr>
              <a:t>USAGE GUIDELINES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493008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0EEF8"/>
                </a:solidFill>
              </a:rPr>
              <a:t>·  Dark theme by default (#0D0820)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77056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0EEF8"/>
                </a:solidFill>
              </a:rPr>
              <a:t>·  Primary palette: pink, orange, violet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261104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0EEF8"/>
                </a:solidFill>
              </a:rPr>
              <a:t>·  Cyan/white glow at convergence 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645152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0EEF8"/>
                </a:solidFill>
              </a:rPr>
              <a:t>·  Glowing, luminous — colors as light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029200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0FFE8"/>
                </a:solidFill>
              </a:rPr>
              <a:t>·  Three-circle Venn = canonical Ologos mark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6A6880"/>
                </a:solidFill>
              </a:rPr>
              <a:t>Ologos Corp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